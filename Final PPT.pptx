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89" r:id="rId5"/>
    <p:sldId id="288" r:id="rId6"/>
    <p:sldId id="296" r:id="rId7"/>
    <p:sldId id="275" r:id="rId8"/>
    <p:sldId id="259" r:id="rId9"/>
    <p:sldId id="291" r:id="rId10"/>
    <p:sldId id="293" r:id="rId11"/>
    <p:sldId id="292" r:id="rId12"/>
    <p:sldId id="290" r:id="rId13"/>
    <p:sldId id="294" r:id="rId14"/>
    <p:sldId id="281" r:id="rId15"/>
    <p:sldId id="298" r:id="rId16"/>
    <p:sldId id="276" r:id="rId17"/>
    <p:sldId id="277" r:id="rId18"/>
    <p:sldId id="278" r:id="rId19"/>
  </p:sldIdLst>
  <p:sldSz cx="12192000" cy="6858000"/>
  <p:notesSz cx="6858000" cy="9144000"/>
  <p:custShowLst>
    <p:custShow name="Custom Show 1" id="0">
      <p:sldLst>
        <p:sld r:id="rId5"/>
        <p:sld r:id="rId6"/>
        <p:sld r:id="rId8"/>
        <p:sld r:id="rId9"/>
        <p:sld r:id="rId15"/>
        <p:sld r:id="rId17"/>
        <p:sld r:id="rId18"/>
        <p:sld r:id="rId19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466D8E7-9F79-485E-B7C8-C0060C8A82DE}">
          <p14:sldIdLst>
            <p14:sldId id="289"/>
            <p14:sldId id="288"/>
            <p14:sldId id="296"/>
            <p14:sldId id="275"/>
            <p14:sldId id="259"/>
            <p14:sldId id="291"/>
            <p14:sldId id="293"/>
            <p14:sldId id="292"/>
            <p14:sldId id="290"/>
            <p14:sldId id="294"/>
            <p14:sldId id="281"/>
            <p14:sldId id="298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59EA7E-A3F6-4B5D-88F6-313C2B6C6B2D}" v="13" dt="2026-10-01T10:34:11.046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09" autoAdjust="0"/>
    <p:restoredTop sz="94694" autoAdjust="0"/>
  </p:normalViewPr>
  <p:slideViewPr>
    <p:cSldViewPr snapToGrid="0">
      <p:cViewPr varScale="1">
        <p:scale>
          <a:sx n="78" d="100"/>
          <a:sy n="78" d="100"/>
        </p:scale>
        <p:origin x="1123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ani Tandel" userId="279d85d50d6bdfe5" providerId="LiveId" clId="{324648F3-9061-4DB3-A77E-421B1E52991E}"/>
    <pc:docChg chg="undo custSel modSld">
      <pc:chgData name="Chandani Tandel" userId="279d85d50d6bdfe5" providerId="LiveId" clId="{324648F3-9061-4DB3-A77E-421B1E52991E}" dt="2026-10-01T10:57:53.673" v="236" actId="1076"/>
      <pc:docMkLst>
        <pc:docMk/>
      </pc:docMkLst>
      <pc:sldChg chg="addSp modSp mod">
        <pc:chgData name="Chandani Tandel" userId="279d85d50d6bdfe5" providerId="LiveId" clId="{324648F3-9061-4DB3-A77E-421B1E52991E}" dt="2026-10-01T10:57:53.673" v="236" actId="1076"/>
        <pc:sldMkLst>
          <pc:docMk/>
          <pc:sldMk cId="1008037533" sldId="259"/>
        </pc:sldMkLst>
        <pc:spChg chg="mod">
          <ac:chgData name="Chandani Tandel" userId="279d85d50d6bdfe5" providerId="LiveId" clId="{324648F3-9061-4DB3-A77E-421B1E52991E}" dt="2026-10-01T10:57:53.673" v="236" actId="1076"/>
          <ac:spMkLst>
            <pc:docMk/>
            <pc:sldMk cId="1008037533" sldId="259"/>
            <ac:spMk id="2" creationId="{954ABE40-AA00-F366-A36A-B3F1AADBF025}"/>
          </ac:spMkLst>
        </pc:spChg>
        <pc:spChg chg="mod">
          <ac:chgData name="Chandani Tandel" userId="279d85d50d6bdfe5" providerId="LiveId" clId="{324648F3-9061-4DB3-A77E-421B1E52991E}" dt="2026-10-01T10:51:28.399" v="113" actId="255"/>
          <ac:spMkLst>
            <pc:docMk/>
            <pc:sldMk cId="1008037533" sldId="259"/>
            <ac:spMk id="11" creationId="{F4583933-95EE-13B0-55ED-7B10E3D3867E}"/>
          </ac:spMkLst>
        </pc:spChg>
        <pc:picChg chg="add mod">
          <ac:chgData name="Chandani Tandel" userId="279d85d50d6bdfe5" providerId="LiveId" clId="{324648F3-9061-4DB3-A77E-421B1E52991E}" dt="2026-10-01T10:37:31.987" v="24" actId="1076"/>
          <ac:picMkLst>
            <pc:docMk/>
            <pc:sldMk cId="1008037533" sldId="259"/>
            <ac:picMk id="4" creationId="{84355BCF-B23A-437D-2638-520EDC91759D}"/>
          </ac:picMkLst>
        </pc:picChg>
      </pc:sldChg>
      <pc:sldChg chg="modSp mod">
        <pc:chgData name="Chandani Tandel" userId="279d85d50d6bdfe5" providerId="LiveId" clId="{324648F3-9061-4DB3-A77E-421B1E52991E}" dt="2026-10-01T10:51:02.088" v="110" actId="2711"/>
        <pc:sldMkLst>
          <pc:docMk/>
          <pc:sldMk cId="370945181" sldId="275"/>
        </pc:sldMkLst>
        <pc:spChg chg="mod">
          <ac:chgData name="Chandani Tandel" userId="279d85d50d6bdfe5" providerId="LiveId" clId="{324648F3-9061-4DB3-A77E-421B1E52991E}" dt="2026-10-01T10:51:02.088" v="110" actId="2711"/>
          <ac:spMkLst>
            <pc:docMk/>
            <pc:sldMk cId="370945181" sldId="275"/>
            <ac:spMk id="5" creationId="{3C18FF44-1F84-A50E-3541-7EDC298589DE}"/>
          </ac:spMkLst>
        </pc:spChg>
      </pc:sldChg>
      <pc:sldChg chg="addSp modSp mod">
        <pc:chgData name="Chandani Tandel" userId="279d85d50d6bdfe5" providerId="LiveId" clId="{324648F3-9061-4DB3-A77E-421B1E52991E}" dt="2026-10-01T10:56:03.186" v="226" actId="2711"/>
        <pc:sldMkLst>
          <pc:docMk/>
          <pc:sldMk cId="1956697929" sldId="276"/>
        </pc:sldMkLst>
        <pc:spChg chg="mod">
          <ac:chgData name="Chandani Tandel" userId="279d85d50d6bdfe5" providerId="LiveId" clId="{324648F3-9061-4DB3-A77E-421B1E52991E}" dt="2026-10-01T10:56:03.186" v="226" actId="2711"/>
          <ac:spMkLst>
            <pc:docMk/>
            <pc:sldMk cId="1956697929" sldId="276"/>
            <ac:spMk id="3" creationId="{0919509E-F2AB-BDDC-8213-72413F2589DE}"/>
          </ac:spMkLst>
        </pc:spChg>
        <pc:picChg chg="add mod">
          <ac:chgData name="Chandani Tandel" userId="279d85d50d6bdfe5" providerId="LiveId" clId="{324648F3-9061-4DB3-A77E-421B1E52991E}" dt="2026-10-01T10:48:37.266" v="93" actId="14100"/>
          <ac:picMkLst>
            <pc:docMk/>
            <pc:sldMk cId="1956697929" sldId="276"/>
            <ac:picMk id="5" creationId="{48D4E4C9-4CBD-C46E-3890-32CD09C00A32}"/>
          </ac:picMkLst>
        </pc:picChg>
      </pc:sldChg>
      <pc:sldChg chg="addSp delSp modSp mod">
        <pc:chgData name="Chandani Tandel" userId="279d85d50d6bdfe5" providerId="LiveId" clId="{324648F3-9061-4DB3-A77E-421B1E52991E}" dt="2026-10-01T10:56:39.529" v="230" actId="1076"/>
        <pc:sldMkLst>
          <pc:docMk/>
          <pc:sldMk cId="1994246962" sldId="277"/>
        </pc:sldMkLst>
        <pc:spChg chg="mod">
          <ac:chgData name="Chandani Tandel" userId="279d85d50d6bdfe5" providerId="LiveId" clId="{324648F3-9061-4DB3-A77E-421B1E52991E}" dt="2026-10-01T10:56:39.529" v="230" actId="1076"/>
          <ac:spMkLst>
            <pc:docMk/>
            <pc:sldMk cId="1994246962" sldId="277"/>
            <ac:spMk id="2" creationId="{5D030A76-B788-B363-104E-266B7C7F7208}"/>
          </ac:spMkLst>
        </pc:spChg>
        <pc:spChg chg="mod">
          <ac:chgData name="Chandani Tandel" userId="279d85d50d6bdfe5" providerId="LiveId" clId="{324648F3-9061-4DB3-A77E-421B1E52991E}" dt="2026-10-01T10:56:27.725" v="229" actId="2710"/>
          <ac:spMkLst>
            <pc:docMk/>
            <pc:sldMk cId="1994246962" sldId="277"/>
            <ac:spMk id="3" creationId="{05948542-FCE1-3AE6-C6C9-17975609DF70}"/>
          </ac:spMkLst>
        </pc:spChg>
        <pc:spChg chg="del">
          <ac:chgData name="Chandani Tandel" userId="279d85d50d6bdfe5" providerId="LiveId" clId="{324648F3-9061-4DB3-A77E-421B1E52991E}" dt="2026-10-01T10:48:50.838" v="94" actId="931"/>
          <ac:spMkLst>
            <pc:docMk/>
            <pc:sldMk cId="1994246962" sldId="277"/>
            <ac:spMk id="5" creationId="{283D32B4-B5B3-6BBE-9599-E80820DDF30E}"/>
          </ac:spMkLst>
        </pc:spChg>
        <pc:picChg chg="add mod ord">
          <ac:chgData name="Chandani Tandel" userId="279d85d50d6bdfe5" providerId="LiveId" clId="{324648F3-9061-4DB3-A77E-421B1E52991E}" dt="2026-10-01T10:49:04.690" v="98" actId="14100"/>
          <ac:picMkLst>
            <pc:docMk/>
            <pc:sldMk cId="1994246962" sldId="277"/>
            <ac:picMk id="6" creationId="{E46D8398-3266-21A9-3175-532EE65CC1CC}"/>
          </ac:picMkLst>
        </pc:picChg>
      </pc:sldChg>
      <pc:sldChg chg="addSp modSp mod">
        <pc:chgData name="Chandani Tandel" userId="279d85d50d6bdfe5" providerId="LiveId" clId="{324648F3-9061-4DB3-A77E-421B1E52991E}" dt="2026-10-01T10:55:26.560" v="223" actId="2710"/>
        <pc:sldMkLst>
          <pc:docMk/>
          <pc:sldMk cId="1420595414" sldId="281"/>
        </pc:sldMkLst>
        <pc:spChg chg="mod">
          <ac:chgData name="Chandani Tandel" userId="279d85d50d6bdfe5" providerId="LiveId" clId="{324648F3-9061-4DB3-A77E-421B1E52991E}" dt="2026-10-01T10:55:12.490" v="221" actId="20577"/>
          <ac:spMkLst>
            <pc:docMk/>
            <pc:sldMk cId="1420595414" sldId="281"/>
            <ac:spMk id="4" creationId="{05F7DBE9-77A1-5E2E-8E65-F215CCF3D29B}"/>
          </ac:spMkLst>
        </pc:spChg>
        <pc:spChg chg="mod">
          <ac:chgData name="Chandani Tandel" userId="279d85d50d6bdfe5" providerId="LiveId" clId="{324648F3-9061-4DB3-A77E-421B1E52991E}" dt="2026-10-01T10:55:26.560" v="223" actId="2710"/>
          <ac:spMkLst>
            <pc:docMk/>
            <pc:sldMk cId="1420595414" sldId="281"/>
            <ac:spMk id="6" creationId="{81D6E209-98B0-78EA-C2DD-9CC6838A6C4F}"/>
          </ac:spMkLst>
        </pc:spChg>
        <pc:picChg chg="add mod">
          <ac:chgData name="Chandani Tandel" userId="279d85d50d6bdfe5" providerId="LiveId" clId="{324648F3-9061-4DB3-A77E-421B1E52991E}" dt="2026-10-01T10:54:45.213" v="215" actId="14100"/>
          <ac:picMkLst>
            <pc:docMk/>
            <pc:sldMk cId="1420595414" sldId="281"/>
            <ac:picMk id="5" creationId="{1994F97A-0F6E-4728-4DF3-9D21E4F9CCBE}"/>
          </ac:picMkLst>
        </pc:picChg>
      </pc:sldChg>
      <pc:sldChg chg="modSp mod">
        <pc:chgData name="Chandani Tandel" userId="279d85d50d6bdfe5" providerId="LiveId" clId="{324648F3-9061-4DB3-A77E-421B1E52991E}" dt="2026-10-01T10:49:44.191" v="102" actId="20577"/>
        <pc:sldMkLst>
          <pc:docMk/>
          <pc:sldMk cId="2083028416" sldId="288"/>
        </pc:sldMkLst>
        <pc:spChg chg="mod">
          <ac:chgData name="Chandani Tandel" userId="279d85d50d6bdfe5" providerId="LiveId" clId="{324648F3-9061-4DB3-A77E-421B1E52991E}" dt="2026-10-01T10:49:44.191" v="102" actId="20577"/>
          <ac:spMkLst>
            <pc:docMk/>
            <pc:sldMk cId="2083028416" sldId="288"/>
            <ac:spMk id="2" creationId="{9D5EAE13-A14D-019B-B0D0-6FD42270D98D}"/>
          </ac:spMkLst>
        </pc:spChg>
      </pc:sldChg>
      <pc:sldChg chg="modSp mod">
        <pc:chgData name="Chandani Tandel" userId="279d85d50d6bdfe5" providerId="LiveId" clId="{324648F3-9061-4DB3-A77E-421B1E52991E}" dt="2026-10-01T10:49:36.190" v="101" actId="14100"/>
        <pc:sldMkLst>
          <pc:docMk/>
          <pc:sldMk cId="3553835147" sldId="289"/>
        </pc:sldMkLst>
        <pc:picChg chg="mod">
          <ac:chgData name="Chandani Tandel" userId="279d85d50d6bdfe5" providerId="LiveId" clId="{324648F3-9061-4DB3-A77E-421B1E52991E}" dt="2026-10-01T10:49:36.190" v="101" actId="14100"/>
          <ac:picMkLst>
            <pc:docMk/>
            <pc:sldMk cId="3553835147" sldId="289"/>
            <ac:picMk id="7" creationId="{BD6CD98D-A1D3-E580-1AD5-2DA37AEB3AD5}"/>
          </ac:picMkLst>
        </pc:picChg>
      </pc:sldChg>
      <pc:sldChg chg="addSp delSp modSp mod">
        <pc:chgData name="Chandani Tandel" userId="279d85d50d6bdfe5" providerId="LiveId" clId="{324648F3-9061-4DB3-A77E-421B1E52991E}" dt="2026-10-01T10:54:30.806" v="214" actId="2711"/>
        <pc:sldMkLst>
          <pc:docMk/>
          <pc:sldMk cId="3702801377" sldId="290"/>
        </pc:sldMkLst>
        <pc:spChg chg="mod">
          <ac:chgData name="Chandani Tandel" userId="279d85d50d6bdfe5" providerId="LiveId" clId="{324648F3-9061-4DB3-A77E-421B1E52991E}" dt="2026-10-01T10:54:30.806" v="214" actId="2711"/>
          <ac:spMkLst>
            <pc:docMk/>
            <pc:sldMk cId="3702801377" sldId="290"/>
            <ac:spMk id="2" creationId="{8EB3C5F6-79C6-B178-B3BA-0223E34E79DC}"/>
          </ac:spMkLst>
        </pc:spChg>
        <pc:spChg chg="mod">
          <ac:chgData name="Chandani Tandel" userId="279d85d50d6bdfe5" providerId="LiveId" clId="{324648F3-9061-4DB3-A77E-421B1E52991E}" dt="2026-10-01T10:53:54.182" v="210" actId="27636"/>
          <ac:spMkLst>
            <pc:docMk/>
            <pc:sldMk cId="3702801377" sldId="290"/>
            <ac:spMk id="3" creationId="{A18A1A1E-76E5-E83D-8FC2-66D51313F23C}"/>
          </ac:spMkLst>
        </pc:spChg>
        <pc:spChg chg="del mod">
          <ac:chgData name="Chandani Tandel" userId="279d85d50d6bdfe5" providerId="LiveId" clId="{324648F3-9061-4DB3-A77E-421B1E52991E}" dt="2026-10-01T10:46:30.706" v="71" actId="931"/>
          <ac:spMkLst>
            <pc:docMk/>
            <pc:sldMk cId="3702801377" sldId="290"/>
            <ac:spMk id="5" creationId="{A5FA0FB0-D2E8-CAB6-ED87-8DFE7F22EDA5}"/>
          </ac:spMkLst>
        </pc:spChg>
        <pc:picChg chg="add mod ord">
          <ac:chgData name="Chandani Tandel" userId="279d85d50d6bdfe5" providerId="LiveId" clId="{324648F3-9061-4DB3-A77E-421B1E52991E}" dt="2026-10-01T10:46:44.078" v="75" actId="14100"/>
          <ac:picMkLst>
            <pc:docMk/>
            <pc:sldMk cId="3702801377" sldId="290"/>
            <ac:picMk id="6" creationId="{4EAA825A-205E-F11C-D8D8-5FAD7DCE72DD}"/>
          </ac:picMkLst>
        </pc:picChg>
      </pc:sldChg>
      <pc:sldChg chg="addSp delSp modSp mod">
        <pc:chgData name="Chandani Tandel" userId="279d85d50d6bdfe5" providerId="LiveId" clId="{324648F3-9061-4DB3-A77E-421B1E52991E}" dt="2026-10-01T10:57:37.666" v="235" actId="1076"/>
        <pc:sldMkLst>
          <pc:docMk/>
          <pc:sldMk cId="3874366249" sldId="291"/>
        </pc:sldMkLst>
        <pc:spChg chg="mod">
          <ac:chgData name="Chandani Tandel" userId="279d85d50d6bdfe5" providerId="LiveId" clId="{324648F3-9061-4DB3-A77E-421B1E52991E}" dt="2026-10-01T10:57:37.666" v="235" actId="1076"/>
          <ac:spMkLst>
            <pc:docMk/>
            <pc:sldMk cId="3874366249" sldId="291"/>
            <ac:spMk id="4" creationId="{D8272EE8-D21D-61FD-FF06-C21BA36238D2}"/>
          </ac:spMkLst>
        </pc:spChg>
        <pc:spChg chg="add del mod">
          <ac:chgData name="Chandani Tandel" userId="279d85d50d6bdfe5" providerId="LiveId" clId="{324648F3-9061-4DB3-A77E-421B1E52991E}" dt="2026-10-01T10:38:19.458" v="31" actId="931"/>
          <ac:spMkLst>
            <pc:docMk/>
            <pc:sldMk cId="3874366249" sldId="291"/>
            <ac:spMk id="5" creationId="{5B077629-FB5B-B1C7-B200-56C5E850AF4D}"/>
          </ac:spMkLst>
        </pc:spChg>
        <pc:spChg chg="del mod">
          <ac:chgData name="Chandani Tandel" userId="279d85d50d6bdfe5" providerId="LiveId" clId="{324648F3-9061-4DB3-A77E-421B1E52991E}" dt="2026-10-01T10:52:34.797" v="202" actId="478"/>
          <ac:spMkLst>
            <pc:docMk/>
            <pc:sldMk cId="3874366249" sldId="291"/>
            <ac:spMk id="11" creationId="{0013FADC-BCBC-911E-771E-55FE0BD92522}"/>
          </ac:spMkLst>
        </pc:spChg>
        <pc:picChg chg="add mod ord">
          <ac:chgData name="Chandani Tandel" userId="279d85d50d6bdfe5" providerId="LiveId" clId="{324648F3-9061-4DB3-A77E-421B1E52991E}" dt="2026-10-01T10:51:50.637" v="115" actId="1076"/>
          <ac:picMkLst>
            <pc:docMk/>
            <pc:sldMk cId="3874366249" sldId="291"/>
            <ac:picMk id="7" creationId="{647679BC-3AA8-2E85-4470-03C896190C7E}"/>
          </ac:picMkLst>
        </pc:picChg>
        <pc:picChg chg="add mod">
          <ac:chgData name="Chandani Tandel" userId="279d85d50d6bdfe5" providerId="LiveId" clId="{324648F3-9061-4DB3-A77E-421B1E52991E}" dt="2026-10-01T10:43:35.866" v="46" actId="14100"/>
          <ac:picMkLst>
            <pc:docMk/>
            <pc:sldMk cId="3874366249" sldId="291"/>
            <ac:picMk id="9" creationId="{E55E6F2C-2244-7E84-E729-3A7B2107D705}"/>
          </ac:picMkLst>
        </pc:picChg>
        <pc:picChg chg="add mod">
          <ac:chgData name="Chandani Tandel" userId="279d85d50d6bdfe5" providerId="LiveId" clId="{324648F3-9061-4DB3-A77E-421B1E52991E}" dt="2026-10-01T10:44:14.237" v="53" actId="14100"/>
          <ac:picMkLst>
            <pc:docMk/>
            <pc:sldMk cId="3874366249" sldId="291"/>
            <ac:picMk id="12" creationId="{21C29B95-E480-1443-C42F-4DC0A18CFA02}"/>
          </ac:picMkLst>
        </pc:picChg>
        <pc:picChg chg="add mod">
          <ac:chgData name="Chandani Tandel" userId="279d85d50d6bdfe5" providerId="LiveId" clId="{324648F3-9061-4DB3-A77E-421B1E52991E}" dt="2026-10-01T10:44:53.719" v="60" actId="14100"/>
          <ac:picMkLst>
            <pc:docMk/>
            <pc:sldMk cId="3874366249" sldId="291"/>
            <ac:picMk id="14" creationId="{19FE21E1-5E98-E7D1-5F69-4F935A78B4E2}"/>
          </ac:picMkLst>
        </pc:picChg>
        <pc:picChg chg="del">
          <ac:chgData name="Chandani Tandel" userId="279d85d50d6bdfe5" providerId="LiveId" clId="{324648F3-9061-4DB3-A77E-421B1E52991E}" dt="2026-10-01T10:37:40.146" v="25" actId="478"/>
          <ac:picMkLst>
            <pc:docMk/>
            <pc:sldMk cId="3874366249" sldId="291"/>
            <ac:picMk id="19" creationId="{C86D1289-EFBD-031B-F8AC-3E89CF641B0F}"/>
          </ac:picMkLst>
        </pc:picChg>
        <pc:picChg chg="del">
          <ac:chgData name="Chandani Tandel" userId="279d85d50d6bdfe5" providerId="LiveId" clId="{324648F3-9061-4DB3-A77E-421B1E52991E}" dt="2026-10-01T10:37:42.082" v="26" actId="478"/>
          <ac:picMkLst>
            <pc:docMk/>
            <pc:sldMk cId="3874366249" sldId="291"/>
            <ac:picMk id="21" creationId="{07805A7F-C99A-AA5B-4A7C-BA31D5B760E9}"/>
          </ac:picMkLst>
        </pc:picChg>
        <pc:picChg chg="del">
          <ac:chgData name="Chandani Tandel" userId="279d85d50d6bdfe5" providerId="LiveId" clId="{324648F3-9061-4DB3-A77E-421B1E52991E}" dt="2026-10-01T10:37:44.714" v="27" actId="478"/>
          <ac:picMkLst>
            <pc:docMk/>
            <pc:sldMk cId="3874366249" sldId="291"/>
            <ac:picMk id="23" creationId="{0DD3FCD5-C21F-7B35-3EAA-DC4210EBA638}"/>
          </ac:picMkLst>
        </pc:picChg>
        <pc:picChg chg="del">
          <ac:chgData name="Chandani Tandel" userId="279d85d50d6bdfe5" providerId="LiveId" clId="{324648F3-9061-4DB3-A77E-421B1E52991E}" dt="2026-10-01T10:37:52.965" v="28" actId="478"/>
          <ac:picMkLst>
            <pc:docMk/>
            <pc:sldMk cId="3874366249" sldId="291"/>
            <ac:picMk id="25" creationId="{3DCB7AA5-4441-8B5D-72AD-8669B7D95D51}"/>
          </ac:picMkLst>
        </pc:picChg>
        <pc:picChg chg="del">
          <ac:chgData name="Chandani Tandel" userId="279d85d50d6bdfe5" providerId="LiveId" clId="{324648F3-9061-4DB3-A77E-421B1E52991E}" dt="2026-10-01T10:37:59.260" v="29" actId="478"/>
          <ac:picMkLst>
            <pc:docMk/>
            <pc:sldMk cId="3874366249" sldId="291"/>
            <ac:picMk id="27" creationId="{4E6ECDE6-DBE0-CAD1-5556-502563EE11EC}"/>
          </ac:picMkLst>
        </pc:picChg>
        <pc:picChg chg="del">
          <ac:chgData name="Chandani Tandel" userId="279d85d50d6bdfe5" providerId="LiveId" clId="{324648F3-9061-4DB3-A77E-421B1E52991E}" dt="2026-10-01T10:38:01.171" v="30" actId="478"/>
          <ac:picMkLst>
            <pc:docMk/>
            <pc:sldMk cId="3874366249" sldId="291"/>
            <ac:picMk id="31" creationId="{98D979E2-67C9-80E0-577F-2D7139224D22}"/>
          </ac:picMkLst>
        </pc:picChg>
      </pc:sldChg>
      <pc:sldChg chg="addSp delSp modSp mod">
        <pc:chgData name="Chandani Tandel" userId="279d85d50d6bdfe5" providerId="LiveId" clId="{324648F3-9061-4DB3-A77E-421B1E52991E}" dt="2026-10-01T10:53:37.046" v="208" actId="2711"/>
        <pc:sldMkLst>
          <pc:docMk/>
          <pc:sldMk cId="3300950738" sldId="292"/>
        </pc:sldMkLst>
        <pc:spChg chg="mod">
          <ac:chgData name="Chandani Tandel" userId="279d85d50d6bdfe5" providerId="LiveId" clId="{324648F3-9061-4DB3-A77E-421B1E52991E}" dt="2026-10-01T10:53:29.026" v="207" actId="255"/>
          <ac:spMkLst>
            <pc:docMk/>
            <pc:sldMk cId="3300950738" sldId="292"/>
            <ac:spMk id="2" creationId="{134A29DC-BAD7-89C9-03D5-491D76894C73}"/>
          </ac:spMkLst>
        </pc:spChg>
        <pc:spChg chg="mod">
          <ac:chgData name="Chandani Tandel" userId="279d85d50d6bdfe5" providerId="LiveId" clId="{324648F3-9061-4DB3-A77E-421B1E52991E}" dt="2026-10-01T10:53:37.046" v="208" actId="2711"/>
          <ac:spMkLst>
            <pc:docMk/>
            <pc:sldMk cId="3300950738" sldId="292"/>
            <ac:spMk id="3" creationId="{2E340476-0E21-F54D-DA62-4FA5FEE3A6FC}"/>
          </ac:spMkLst>
        </pc:spChg>
        <pc:spChg chg="del">
          <ac:chgData name="Chandani Tandel" userId="279d85d50d6bdfe5" providerId="LiveId" clId="{324648F3-9061-4DB3-A77E-421B1E52991E}" dt="2026-10-01T10:46:05.760" v="67" actId="931"/>
          <ac:spMkLst>
            <pc:docMk/>
            <pc:sldMk cId="3300950738" sldId="292"/>
            <ac:spMk id="5" creationId="{155E1DD6-C79E-1929-E070-D16E0CBCE95B}"/>
          </ac:spMkLst>
        </pc:spChg>
        <pc:picChg chg="add mod ord">
          <ac:chgData name="Chandani Tandel" userId="279d85d50d6bdfe5" providerId="LiveId" clId="{324648F3-9061-4DB3-A77E-421B1E52991E}" dt="2026-10-01T10:46:16.128" v="70" actId="14100"/>
          <ac:picMkLst>
            <pc:docMk/>
            <pc:sldMk cId="3300950738" sldId="292"/>
            <ac:picMk id="6" creationId="{54AD5333-05E0-59BE-F7FC-AA306A4D3E57}"/>
          </ac:picMkLst>
        </pc:picChg>
      </pc:sldChg>
      <pc:sldChg chg="addSp delSp modSp mod">
        <pc:chgData name="Chandani Tandel" userId="279d85d50d6bdfe5" providerId="LiveId" clId="{324648F3-9061-4DB3-A77E-421B1E52991E}" dt="2026-10-01T10:53:14.173" v="206" actId="20577"/>
        <pc:sldMkLst>
          <pc:docMk/>
          <pc:sldMk cId="1260270322" sldId="293"/>
        </pc:sldMkLst>
        <pc:spChg chg="mod">
          <ac:chgData name="Chandani Tandel" userId="279d85d50d6bdfe5" providerId="LiveId" clId="{324648F3-9061-4DB3-A77E-421B1E52991E}" dt="2026-10-01T10:53:14.173" v="206" actId="20577"/>
          <ac:spMkLst>
            <pc:docMk/>
            <pc:sldMk cId="1260270322" sldId="293"/>
            <ac:spMk id="3" creationId="{3A7ADAB1-5BA5-4C2F-F5F0-AB8095450E12}"/>
          </ac:spMkLst>
        </pc:spChg>
        <pc:spChg chg="add del mod">
          <ac:chgData name="Chandani Tandel" userId="279d85d50d6bdfe5" providerId="LiveId" clId="{324648F3-9061-4DB3-A77E-421B1E52991E}" dt="2026-10-01T10:45:13.090" v="62" actId="931"/>
          <ac:spMkLst>
            <pc:docMk/>
            <pc:sldMk cId="1260270322" sldId="293"/>
            <ac:spMk id="5" creationId="{827DBD1C-487F-B1E9-D841-6259E0687FE8}"/>
          </ac:spMkLst>
        </pc:spChg>
        <pc:picChg chg="add mod ord">
          <ac:chgData name="Chandani Tandel" userId="279d85d50d6bdfe5" providerId="LiveId" clId="{324648F3-9061-4DB3-A77E-421B1E52991E}" dt="2026-10-01T10:45:35.944" v="66" actId="14100"/>
          <ac:picMkLst>
            <pc:docMk/>
            <pc:sldMk cId="1260270322" sldId="293"/>
            <ac:picMk id="7" creationId="{F822FB4F-79C3-CF13-5D6C-7B1507224799}"/>
          </ac:picMkLst>
        </pc:picChg>
        <pc:picChg chg="del">
          <ac:chgData name="Chandani Tandel" userId="279d85d50d6bdfe5" providerId="LiveId" clId="{324648F3-9061-4DB3-A77E-421B1E52991E}" dt="2026-10-01T10:44:58.238" v="61" actId="478"/>
          <ac:picMkLst>
            <pc:docMk/>
            <pc:sldMk cId="1260270322" sldId="293"/>
            <ac:picMk id="8" creationId="{BAC665FB-ADED-1E4D-8642-CEEFF5BE3665}"/>
          </ac:picMkLst>
        </pc:picChg>
      </pc:sldChg>
      <pc:sldChg chg="addSp delSp modSp mod">
        <pc:chgData name="Chandani Tandel" userId="279d85d50d6bdfe5" providerId="LiveId" clId="{324648F3-9061-4DB3-A77E-421B1E52991E}" dt="2026-10-01T10:54:20.280" v="213" actId="2711"/>
        <pc:sldMkLst>
          <pc:docMk/>
          <pc:sldMk cId="1832493926" sldId="294"/>
        </pc:sldMkLst>
        <pc:spChg chg="mod">
          <ac:chgData name="Chandani Tandel" userId="279d85d50d6bdfe5" providerId="LiveId" clId="{324648F3-9061-4DB3-A77E-421B1E52991E}" dt="2026-10-01T10:54:20.280" v="213" actId="2711"/>
          <ac:spMkLst>
            <pc:docMk/>
            <pc:sldMk cId="1832493926" sldId="294"/>
            <ac:spMk id="2" creationId="{C86A52D3-BF80-2919-ACBB-0030159C6B0C}"/>
          </ac:spMkLst>
        </pc:spChg>
        <pc:spChg chg="mod">
          <ac:chgData name="Chandani Tandel" userId="279d85d50d6bdfe5" providerId="LiveId" clId="{324648F3-9061-4DB3-A77E-421B1E52991E}" dt="2026-10-01T10:54:09.554" v="212" actId="2710"/>
          <ac:spMkLst>
            <pc:docMk/>
            <pc:sldMk cId="1832493926" sldId="294"/>
            <ac:spMk id="3" creationId="{977B4B6C-5E6A-0CFC-F9CD-C901F9B83049}"/>
          </ac:spMkLst>
        </pc:spChg>
        <pc:spChg chg="del">
          <ac:chgData name="Chandani Tandel" userId="279d85d50d6bdfe5" providerId="LiveId" clId="{324648F3-9061-4DB3-A77E-421B1E52991E}" dt="2026-10-01T10:47:01.339" v="76" actId="931"/>
          <ac:spMkLst>
            <pc:docMk/>
            <pc:sldMk cId="1832493926" sldId="294"/>
            <ac:spMk id="5" creationId="{6CDD002A-0BB0-4BA9-AC96-8538DD3886DD}"/>
          </ac:spMkLst>
        </pc:spChg>
        <pc:picChg chg="add mod ord">
          <ac:chgData name="Chandani Tandel" userId="279d85d50d6bdfe5" providerId="LiveId" clId="{324648F3-9061-4DB3-A77E-421B1E52991E}" dt="2026-10-01T10:47:17.567" v="81" actId="14100"/>
          <ac:picMkLst>
            <pc:docMk/>
            <pc:sldMk cId="1832493926" sldId="294"/>
            <ac:picMk id="6" creationId="{8D736036-1A33-381F-BA65-0B8F2EEE9908}"/>
          </ac:picMkLst>
        </pc:picChg>
      </pc:sldChg>
      <pc:sldChg chg="modSp mod">
        <pc:chgData name="Chandani Tandel" userId="279d85d50d6bdfe5" providerId="LiveId" clId="{324648F3-9061-4DB3-A77E-421B1E52991E}" dt="2026-10-01T10:50:08.920" v="103" actId="2711"/>
        <pc:sldMkLst>
          <pc:docMk/>
          <pc:sldMk cId="2467569023" sldId="296"/>
        </pc:sldMkLst>
        <pc:spChg chg="mod">
          <ac:chgData name="Chandani Tandel" userId="279d85d50d6bdfe5" providerId="LiveId" clId="{324648F3-9061-4DB3-A77E-421B1E52991E}" dt="2026-10-01T10:50:08.920" v="103" actId="2711"/>
          <ac:spMkLst>
            <pc:docMk/>
            <pc:sldMk cId="2467569023" sldId="296"/>
            <ac:spMk id="3" creationId="{DB470D5E-EFE0-C627-9333-5B5686ED5F5E}"/>
          </ac:spMkLst>
        </pc:spChg>
      </pc:sldChg>
      <pc:sldChg chg="modSp mod">
        <pc:chgData name="Chandani Tandel" userId="279d85d50d6bdfe5" providerId="LiveId" clId="{324648F3-9061-4DB3-A77E-421B1E52991E}" dt="2026-10-01T10:55:49.388" v="225" actId="255"/>
        <pc:sldMkLst>
          <pc:docMk/>
          <pc:sldMk cId="1424926433" sldId="298"/>
        </pc:sldMkLst>
        <pc:spChg chg="mod">
          <ac:chgData name="Chandani Tandel" userId="279d85d50d6bdfe5" providerId="LiveId" clId="{324648F3-9061-4DB3-A77E-421B1E52991E}" dt="2026-10-01T10:55:49.388" v="225" actId="255"/>
          <ac:spMkLst>
            <pc:docMk/>
            <pc:sldMk cId="1424926433" sldId="298"/>
            <ac:spMk id="4" creationId="{F5BAA73E-7373-7B2D-96B3-46BA4FF5305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CA527-F925-414F-B4F4-8F4244CDDC80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7E2AA-278D-0B48-A5DE-00B1FC5BDA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55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7E2AA-278D-0B48-A5DE-00B1FC5BDAF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89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7E2AA-278D-0B48-A5DE-00B1FC5BDAF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272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8">
            <a:extLst>
              <a:ext uri="{FF2B5EF4-FFF2-40B4-BE49-F238E27FC236}">
                <a16:creationId xmlns:a16="http://schemas.microsoft.com/office/drawing/2014/main" id="{D56268A4-B555-72BE-6160-318763ECA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2D44DBA-D665-923B-A38C-C68A9C03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38">
            <a:extLst>
              <a:ext uri="{FF2B5EF4-FFF2-40B4-BE49-F238E27FC236}">
                <a16:creationId xmlns:a16="http://schemas.microsoft.com/office/drawing/2014/main" id="{31550E6E-10D6-E75A-F6B1-8800DAC2C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2" b="780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3038" y="1457865"/>
            <a:ext cx="3200400" cy="4580626"/>
          </a:xfrm>
        </p:spPr>
        <p:txBody>
          <a:bodyPr anchor="t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96287" y="1457864"/>
            <a:ext cx="4986068" cy="4580627"/>
          </a:xfrm>
        </p:spPr>
        <p:txBody>
          <a:bodyPr tIns="45720"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  <a:defRPr sz="2400"/>
            </a:lvl1pPr>
            <a:lvl2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sz="2000"/>
            </a:lvl2pPr>
            <a:lvl3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sz="1800"/>
            </a:lvl3pPr>
            <a:lvl4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sz="1600"/>
            </a:lvl4pPr>
            <a:lvl5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8">
            <a:extLst>
              <a:ext uri="{FF2B5EF4-FFF2-40B4-BE49-F238E27FC236}">
                <a16:creationId xmlns:a16="http://schemas.microsoft.com/office/drawing/2014/main" id="{61F88592-24FD-96EC-ADB3-C0B7682DF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8259" y="798653"/>
            <a:ext cx="5166167" cy="5289630"/>
          </a:xfrm>
          <a:solidFill>
            <a:schemeClr val="bg1">
              <a:alpha val="95000"/>
            </a:schemeClr>
          </a:solidFill>
        </p:spPr>
        <p:txBody>
          <a:bodyPr lIns="274320" rIns="274320" anchor="ctr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4424" y="787077"/>
            <a:ext cx="5166167" cy="5289631"/>
          </a:xfrm>
          <a:solidFill>
            <a:schemeClr val="bg1">
              <a:alpha val="95000"/>
            </a:schemeClr>
          </a:solidFill>
        </p:spPr>
        <p:txBody>
          <a:bodyPr>
            <a:noAutofit/>
          </a:bodyPr>
          <a:lstStyle>
            <a:lvl1pPr marL="342900" indent="-342900" algn="ctr">
              <a:buFont typeface="Arial" panose="020B0604020202020204" pitchFamily="34" charset="0"/>
              <a:buChar char="•"/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13">
            <a:extLst>
              <a:ext uri="{FF2B5EF4-FFF2-40B4-BE49-F238E27FC236}">
                <a16:creationId xmlns:a16="http://schemas.microsoft.com/office/drawing/2014/main" id="{BD017017-3234-8C24-B9FC-80FB1120D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C226FA8-C264-7189-EEA0-526400907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6135" y="1124887"/>
            <a:ext cx="4480560" cy="2352356"/>
          </a:xfrm>
        </p:spPr>
        <p:txBody>
          <a:bodyPr anchor="b"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6135" y="3571197"/>
            <a:ext cx="4476967" cy="2123547"/>
          </a:xfrm>
        </p:spPr>
        <p:txBody>
          <a:bodyPr>
            <a:no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29545" y="1148037"/>
            <a:ext cx="4365199" cy="454670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17">
            <a:extLst>
              <a:ext uri="{FF2B5EF4-FFF2-40B4-BE49-F238E27FC236}">
                <a16:creationId xmlns:a16="http://schemas.microsoft.com/office/drawing/2014/main" id="{28B211FD-99D2-B373-669F-6E0F8E5B3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4079EDA-1B98-E3C1-23AD-7FB6F39FE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6598" y="995425"/>
            <a:ext cx="8958805" cy="1077230"/>
          </a:xfrm>
        </p:spPr>
        <p:txBody>
          <a:bodyPr anchor="b" anchorCtr="0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6BDAEBE-3A0C-BBCD-A1F0-E1F1E07000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616599" y="2257061"/>
            <a:ext cx="8958804" cy="3541853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sz="1800"/>
            </a:lvl1pPr>
            <a:lvl2pPr marL="228600">
              <a:spcBef>
                <a:spcPts val="600"/>
              </a:spcBef>
              <a:spcAft>
                <a:spcPts val="600"/>
              </a:spcAft>
              <a:defRPr sz="1800"/>
            </a:lvl2pPr>
            <a:lvl3pPr marL="685800">
              <a:spcBef>
                <a:spcPts val="600"/>
              </a:spcBef>
              <a:spcAft>
                <a:spcPts val="600"/>
              </a:spcAft>
              <a:defRPr sz="1800"/>
            </a:lvl3pPr>
            <a:lvl4pPr marL="1143000">
              <a:spcBef>
                <a:spcPts val="600"/>
              </a:spcBef>
              <a:spcAft>
                <a:spcPts val="600"/>
              </a:spcAft>
              <a:defRPr sz="1800"/>
            </a:lvl4pPr>
            <a:lvl5pPr marL="16002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5">
            <a:extLst>
              <a:ext uri="{FF2B5EF4-FFF2-40B4-BE49-F238E27FC236}">
                <a16:creationId xmlns:a16="http://schemas.microsoft.com/office/drawing/2014/main" id="{236F3DDC-7FF8-F6A3-16EA-A01E7F795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Title 33">
            <a:extLst>
              <a:ext uri="{FF2B5EF4-FFF2-40B4-BE49-F238E27FC236}">
                <a16:creationId xmlns:a16="http://schemas.microsoft.com/office/drawing/2014/main" id="{E728EBB2-9164-AC06-6682-9505D88F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15924" y="777240"/>
            <a:ext cx="6115497" cy="5303520"/>
          </a:xfrm>
          <a:prstGeom prst="rect">
            <a:avLst/>
          </a:prstGeom>
          <a:solidFill>
            <a:schemeClr val="bg1">
              <a:alpha val="95000"/>
            </a:schemeClr>
          </a:solidFill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6937" y="879674"/>
            <a:ext cx="5377406" cy="2550005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3BA3AA6-E309-C0C7-B2C6-3705384B7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7638" y="3576900"/>
            <a:ext cx="4126635" cy="223361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5">
            <a:extLst>
              <a:ext uri="{FF2B5EF4-FFF2-40B4-BE49-F238E27FC236}">
                <a16:creationId xmlns:a16="http://schemas.microsoft.com/office/drawing/2014/main" id="{540E5FCC-3981-FB51-F0ED-B8BAB5C45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BCE2C9E-7BC3-0EB6-EBE4-26EE33A1F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9357" y="891251"/>
            <a:ext cx="9653286" cy="1158254"/>
          </a:xfrm>
        </p:spPr>
        <p:txBody>
          <a:bodyPr anchor="b" anchorCtr="0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CB36301-48E6-AF64-5055-0CCA79474EA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400540" y="2257062"/>
            <a:ext cx="4062711" cy="3541853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800"/>
            </a:lvl1pPr>
            <a:lvl2pPr marL="228600">
              <a:spcBef>
                <a:spcPts val="600"/>
              </a:spcBef>
              <a:spcAft>
                <a:spcPts val="600"/>
              </a:spcAft>
              <a:defRPr sz="1800"/>
            </a:lvl2pPr>
            <a:lvl3pPr marL="685800">
              <a:spcBef>
                <a:spcPts val="600"/>
              </a:spcBef>
              <a:spcAft>
                <a:spcPts val="600"/>
              </a:spcAft>
              <a:defRPr sz="1800"/>
            </a:lvl3pPr>
            <a:lvl4pPr marL="1143000">
              <a:spcBef>
                <a:spcPts val="600"/>
              </a:spcBef>
              <a:spcAft>
                <a:spcPts val="600"/>
              </a:spcAft>
              <a:defRPr sz="1800"/>
            </a:lvl4pPr>
            <a:lvl5pPr marL="16002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F973906-E48D-CA3F-3E96-205D2E688DC5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588311" y="2257061"/>
            <a:ext cx="4203151" cy="3541853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800"/>
            </a:lvl1pPr>
            <a:lvl2pPr marL="228600">
              <a:spcBef>
                <a:spcPts val="600"/>
              </a:spcBef>
              <a:spcAft>
                <a:spcPts val="600"/>
              </a:spcAft>
              <a:defRPr sz="1800"/>
            </a:lvl2pPr>
            <a:lvl3pPr marL="685800">
              <a:spcBef>
                <a:spcPts val="600"/>
              </a:spcBef>
              <a:spcAft>
                <a:spcPts val="600"/>
              </a:spcAft>
              <a:defRPr sz="1800"/>
            </a:lvl3pPr>
            <a:lvl4pPr marL="1143000">
              <a:spcBef>
                <a:spcPts val="600"/>
              </a:spcBef>
              <a:spcAft>
                <a:spcPts val="600"/>
              </a:spcAft>
              <a:defRPr sz="1800"/>
            </a:lvl4pPr>
            <a:lvl5pPr marL="16002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44">
            <a:extLst>
              <a:ext uri="{FF2B5EF4-FFF2-40B4-BE49-F238E27FC236}">
                <a16:creationId xmlns:a16="http://schemas.microsoft.com/office/drawing/2014/main" id="{07AB38AA-85DC-3DF3-4ED4-B78FB670F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2DD44F-3200-BF06-94F9-C6A07EA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361" y="777240"/>
            <a:ext cx="10007278" cy="1283843"/>
          </a:xfrm>
        </p:spPr>
        <p:txBody>
          <a:bodyPr anchor="b" anchorCtr="0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47029" y="2261313"/>
            <a:ext cx="3275746" cy="36533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2AA9CA0-D45C-FE27-D4E4-DD219364E4F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150734" y="2261313"/>
            <a:ext cx="5594236" cy="365335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800"/>
            </a:lvl1pPr>
            <a:lvl2pPr marL="228600">
              <a:spcBef>
                <a:spcPts val="600"/>
              </a:spcBef>
              <a:spcAft>
                <a:spcPts val="600"/>
              </a:spcAft>
              <a:defRPr sz="1800"/>
            </a:lvl2pPr>
            <a:lvl3pPr marL="685800">
              <a:spcBef>
                <a:spcPts val="600"/>
              </a:spcBef>
              <a:spcAft>
                <a:spcPts val="600"/>
              </a:spcAft>
              <a:defRPr sz="1800"/>
            </a:lvl3pPr>
            <a:lvl4pPr marL="1143000">
              <a:spcBef>
                <a:spcPts val="600"/>
              </a:spcBef>
              <a:spcAft>
                <a:spcPts val="600"/>
              </a:spcAft>
              <a:defRPr sz="1800"/>
            </a:lvl4pPr>
            <a:lvl5pPr marL="16002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8">
            <a:extLst>
              <a:ext uri="{FF2B5EF4-FFF2-40B4-BE49-F238E27FC236}">
                <a16:creationId xmlns:a16="http://schemas.microsoft.com/office/drawing/2014/main" id="{F1219773-33FA-E4F9-4EAE-0764613F6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2817C37-9292-1CF3-6529-DEF717427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61275" y="1134320"/>
            <a:ext cx="4803494" cy="1956122"/>
          </a:xfrm>
        </p:spPr>
        <p:txBody>
          <a:bodyPr anchor="b"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61275" y="3418271"/>
            <a:ext cx="4803494" cy="2305409"/>
          </a:xfrm>
        </p:spPr>
        <p:txBody>
          <a:bodyPr>
            <a:noAutofit/>
          </a:bodyPr>
          <a:lstStyle>
            <a:lvl1pPr marL="0" indent="0" algn="l">
              <a:spcAft>
                <a:spcPts val="1000"/>
              </a:spcAft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5D7B0DF-23EB-406B-9FAA-0182626A91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08563" y="1146638"/>
            <a:ext cx="4389120" cy="4572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64">
            <a:extLst>
              <a:ext uri="{FF2B5EF4-FFF2-40B4-BE49-F238E27FC236}">
                <a16:creationId xmlns:a16="http://schemas.microsoft.com/office/drawing/2014/main" id="{7C62E1FE-8CAE-1FE1-6A91-DFE7F1D87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6219"/>
            <a:ext cx="10389243" cy="1424470"/>
          </a:xfrm>
        </p:spPr>
        <p:txBody>
          <a:bodyPr anchor="ctr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779325"/>
            <a:ext cx="3490732" cy="4297680"/>
          </a:xfrm>
        </p:spPr>
        <p:txBody>
          <a:bodyPr tIns="27432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sz="1800"/>
            </a:lvl1pPr>
            <a:lvl2pPr marL="228600" indent="0">
              <a:spcBef>
                <a:spcPts val="1000"/>
              </a:spcBef>
              <a:spcAft>
                <a:spcPts val="1000"/>
              </a:spcAft>
              <a:buNone/>
              <a:defRPr sz="1800"/>
            </a:lvl2pPr>
            <a:lvl3pPr marL="685800" indent="0">
              <a:spcBef>
                <a:spcPts val="1000"/>
              </a:spcBef>
              <a:spcAft>
                <a:spcPts val="1000"/>
              </a:spcAft>
              <a:buNone/>
              <a:defRPr sz="1800"/>
            </a:lvl3pPr>
            <a:lvl4pPr marL="1143000" indent="0">
              <a:spcBef>
                <a:spcPts val="1000"/>
              </a:spcBef>
              <a:spcAft>
                <a:spcPts val="1000"/>
              </a:spcAft>
              <a:buNone/>
              <a:defRPr sz="1800"/>
            </a:lvl4pPr>
            <a:lvl5pPr marL="1600200" indent="0">
              <a:spcBef>
                <a:spcPts val="1000"/>
              </a:spcBef>
              <a:spcAft>
                <a:spcPts val="1000"/>
              </a:spcAft>
              <a:buNone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502552" y="1779325"/>
            <a:ext cx="6724891" cy="4297680"/>
          </a:xfrm>
        </p:spPr>
        <p:txBody>
          <a:bodyPr/>
          <a:lstStyle/>
          <a:p>
            <a:r>
              <a:rPr lang="en-US" dirty="0"/>
              <a:t>Click icon to add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17">
            <a:extLst>
              <a:ext uri="{FF2B5EF4-FFF2-40B4-BE49-F238E27FC236}">
                <a16:creationId xmlns:a16="http://schemas.microsoft.com/office/drawing/2014/main" id="{32B61A96-5F36-8895-B920-FC12FD76D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74BC39-6D56-474E-28BE-99260516A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3070" y="914400"/>
            <a:ext cx="10045861" cy="1146680"/>
          </a:xfrm>
        </p:spPr>
        <p:txBody>
          <a:bodyPr anchor="b" anchorCtr="0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23687" y="2288614"/>
            <a:ext cx="5382228" cy="347557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685800">
              <a:spcBef>
                <a:spcPts val="600"/>
              </a:spcBef>
              <a:spcAft>
                <a:spcPts val="600"/>
              </a:spcAft>
              <a:defRPr sz="1800"/>
            </a:lvl2pPr>
            <a:lvl3pPr marL="1143000">
              <a:spcBef>
                <a:spcPts val="600"/>
              </a:spcBef>
              <a:spcAft>
                <a:spcPts val="600"/>
              </a:spcAft>
              <a:defRPr sz="1800"/>
            </a:lvl3pPr>
            <a:lvl4pPr marL="1600200">
              <a:spcBef>
                <a:spcPts val="600"/>
              </a:spcBef>
              <a:spcAft>
                <a:spcPts val="600"/>
              </a:spcAft>
              <a:defRPr sz="1800"/>
            </a:lvl4pPr>
            <a:lvl5pPr marL="20574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451790" y="2288614"/>
            <a:ext cx="3108960" cy="3475578"/>
          </a:xfrm>
        </p:spPr>
        <p:txBody>
          <a:bodyPr tIns="9144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2pPr>
            <a:lvl3pPr marL="6858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64">
            <a:extLst>
              <a:ext uri="{FF2B5EF4-FFF2-40B4-BE49-F238E27FC236}">
                <a16:creationId xmlns:a16="http://schemas.microsoft.com/office/drawing/2014/main" id="{55E792AE-CF37-9DD8-2703-49480775F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3629"/>
            <a:ext cx="10515600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14400" y="1779325"/>
            <a:ext cx="10361676" cy="42976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13">
            <a:extLst>
              <a:ext uri="{FF2B5EF4-FFF2-40B4-BE49-F238E27FC236}">
                <a16:creationId xmlns:a16="http://schemas.microsoft.com/office/drawing/2014/main" id="{A1BB4149-7987-3EF4-952D-2271B4DD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B335AD-7A4B-841B-52BC-8FF32D99D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99368" y="0"/>
            <a:ext cx="4593265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3375" y="92597"/>
            <a:ext cx="3905250" cy="3032567"/>
          </a:xfrm>
        </p:spPr>
        <p:txBody>
          <a:bodyPr anchor="b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13E19FD-68BB-0F8D-21CF-9E48B80607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43375" y="4004321"/>
            <a:ext cx="3905250" cy="27432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9" r:id="rId4"/>
    <p:sldLayoutId id="2147483650" r:id="rId5"/>
    <p:sldLayoutId id="2147483652" r:id="rId6"/>
    <p:sldLayoutId id="2147483662" r:id="rId7"/>
    <p:sldLayoutId id="2147483663" r:id="rId8"/>
    <p:sldLayoutId id="2147483649" r:id="rId9"/>
    <p:sldLayoutId id="2147483666" r:id="rId10"/>
    <p:sldLayoutId id="2147483664" r:id="rId11"/>
    <p:sldLayoutId id="2147483665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2EBA1-EDEB-504D-B1C8-B63C9676D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115" y="2094270"/>
            <a:ext cx="3200400" cy="476372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Analytics in the Telecommunication Industry - Overview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D6CD98D-A1D3-E580-1AD5-2DA37AEB3A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515" y="530943"/>
            <a:ext cx="8041350" cy="581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8351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082E7D-2888-79A3-65D3-80D14C772CB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523999" y="2524644"/>
            <a:ext cx="909484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00000"/>
              </a:lnSpc>
              <a:spcAft>
                <a:spcPct val="0"/>
              </a:spcAft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5EAE13-A14D-019B-B0D0-6FD42270D98D}"/>
              </a:ext>
            </a:extLst>
          </p:cNvPr>
          <p:cNvSpPr txBox="1"/>
          <p:nvPr/>
        </p:nvSpPr>
        <p:spPr>
          <a:xfrm>
            <a:off x="1101215" y="659011"/>
            <a:ext cx="102255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Analytics in the Telecommunication Industry – Overview</a:t>
            </a:r>
          </a:p>
          <a:p>
            <a:pPr algn="ctr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 Chandani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Dhimmar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02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70D5E-EFE0-C627-9333-5B5686ED5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922" y="120677"/>
            <a:ext cx="10255046" cy="6142472"/>
          </a:xfrm>
        </p:spPr>
        <p:txBody>
          <a:bodyPr>
            <a:normAutofit/>
          </a:bodyPr>
          <a:lstStyle/>
          <a:p>
            <a:pPr algn="ctr"/>
            <a:r>
              <a:rPr lang="en-IN" sz="5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IN" sz="5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focuses 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telecom user data to understand engagement, satisfaction, and handset ecosystem trends. By leveraging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structured data extraction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visualization, the project provides actionable insights. These insights are designed to support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decision-making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highlighting opportunities in acquisition and growth strategies.</a:t>
            </a:r>
          </a:p>
        </p:txBody>
      </p:sp>
    </p:spTree>
    <p:extLst>
      <p:ext uri="{BB962C8B-B14F-4D97-AF65-F5344CB8AC3E}">
        <p14:creationId xmlns:p14="http://schemas.microsoft.com/office/powerpoint/2010/main" val="2467569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18FF44-1F84-A50E-3541-7EDC298589DE}"/>
              </a:ext>
            </a:extLst>
          </p:cNvPr>
          <p:cNvSpPr txBox="1"/>
          <p:nvPr/>
        </p:nvSpPr>
        <p:spPr>
          <a:xfrm>
            <a:off x="275303" y="798653"/>
            <a:ext cx="5722374" cy="50783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Study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dirty="0"/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handset ecosystem &amp; user engagement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Identify dominant brands, usage patterns, and customer loyalty.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clustering &amp; ML models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 K-Means clustering and regression analysis to predict satisfaction scores and segment users.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SQL queries with BI dashboards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Ensure seamless data flow from raw logs to interactive dashboards.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acquisition recommendations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Suggest potential investment opportunities based on analytics-driven evidence.</a:t>
            </a:r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8053EF2-BEE2-726C-ADE4-94E811846CF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71" r="27671"/>
          <a:stretch>
            <a:fillRect/>
          </a:stretch>
        </p:blipFill>
        <p:spPr>
          <a:prstGeom prst="rect">
            <a:avLst/>
          </a:prstGeom>
          <a:solidFill>
            <a:srgbClr val="FFFFFF">
              <a:alpha val="95000"/>
            </a:srgbClr>
          </a:solidFill>
        </p:spPr>
      </p:pic>
    </p:spTree>
    <p:extLst>
      <p:ext uri="{BB962C8B-B14F-4D97-AF65-F5344CB8AC3E}">
        <p14:creationId xmlns:p14="http://schemas.microsoft.com/office/powerpoint/2010/main" val="3709451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5687" y="390786"/>
            <a:ext cx="4480560" cy="904900"/>
          </a:xfrm>
          <a:noFill/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Study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F4583933-95EE-13B0-55ED-7B10E3D38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2388" y="1295686"/>
            <a:ext cx="4994786" cy="4515178"/>
          </a:xfrm>
        </p:spPr>
        <p:txBody>
          <a:bodyPr/>
          <a:lstStyle/>
          <a:p>
            <a:pPr lvl="0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scope covers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overview, engagement, experience, and satisfaction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Predictive analytics methods (clustering, regression) are applied to uncover hidden patterns. The study is tailored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 investors, analysts, and decision-makers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offering both technical depth and strategic insights.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355BCF-B23A-437D-2638-520EDC9175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967" y="1504336"/>
            <a:ext cx="4792138" cy="438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BEC06-DEFA-57C1-005A-77A1426BE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070" y="914400"/>
            <a:ext cx="10045861" cy="786581"/>
          </a:xfrm>
        </p:spPr>
        <p:txBody>
          <a:bodyPr/>
          <a:lstStyle/>
          <a:p>
            <a:r>
              <a:rPr lang="en-IN" dirty="0"/>
              <a:t>Dataset Snapshot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72EE8-D21D-61FD-FF06-C21BA36238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2680" y="2010823"/>
            <a:ext cx="2842388" cy="3475578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100,000+ transactions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3,376 users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Data cleaning involved removing duplicates, handling missing values, and structuring tables. Key attributes include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handset type, session counts, throughput, and satisfaction scores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forming the foundation for predictive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47679BC-3AA8-2E85-4470-03C896190C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078" y="2136116"/>
            <a:ext cx="2794615" cy="14214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5E6F2C-2244-7E84-E729-3A7B2107D7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613" y="2136116"/>
            <a:ext cx="3007318" cy="14214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C29B95-E480-1443-C42F-4DC0A18CFA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078" y="3741833"/>
            <a:ext cx="2794615" cy="17445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9FE21E1-5E98-E7D1-5F69-4F935A78B4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614" y="3741832"/>
            <a:ext cx="3007318" cy="181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366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3C26E-458D-5F6E-7875-B2BAE6049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070" y="835742"/>
            <a:ext cx="10045861" cy="550606"/>
          </a:xfrm>
        </p:spPr>
        <p:txBody>
          <a:bodyPr/>
          <a:lstStyle/>
          <a:p>
            <a:r>
              <a:rPr lang="en-IN" dirty="0"/>
              <a:t>Histogram: End to End Work Flow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ADAB1-5BA5-4C2F-F5F0-AB8095450E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3070" y="1258529"/>
            <a:ext cx="4462491" cy="4685071"/>
          </a:xfrm>
        </p:spPr>
        <p:txBody>
          <a:bodyPr>
            <a:normAutofit fontScale="77500" lnSpcReduction="20000"/>
          </a:bodyPr>
          <a:lstStyle/>
          <a:p>
            <a:pPr lvl="0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Telecom logs stored in SQL databases.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Cleaning, joins, and aggregation to unify datasets.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Metrics like handset type, session frequency, and throughput.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Clustering and regression models applied for satisfaction prediction.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Power BI dashboards created for interactive analysis.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&amp; Recommendations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Actionable findings presented to stakeholders.</a:t>
            </a:r>
          </a:p>
          <a:p>
            <a:pPr lvl="0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822FB4F-79C3-CF13-5D6C-7B15072247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5561" y="1386348"/>
            <a:ext cx="5673213" cy="446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270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A29DC-BAD7-89C9-03D5-491D76894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070" y="914400"/>
            <a:ext cx="10045861" cy="668594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Overview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40476-0E21-F54D-DA62-4FA5FEE3A6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3394" y="1484671"/>
            <a:ext cx="4375354" cy="4458929"/>
          </a:xfrm>
        </p:spPr>
        <p:txBody>
          <a:bodyPr>
            <a:normAutofit/>
          </a:bodyPr>
          <a:lstStyle/>
          <a:p>
            <a:endParaRPr lang="en-IN" sz="2800" b="1" dirty="0"/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dominates the handset ecosystem with 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45.6% market share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Samsung and OnePlus. This indicates strong brand loyalty and premium user segments, which can influence acquisition strategies.</a:t>
            </a:r>
          </a:p>
          <a:p>
            <a:pPr>
              <a:lnSpc>
                <a:spcPct val="150000"/>
              </a:lnSpc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4AD5333-05E0-59BE-F7FC-AA306A4D3E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555" y="1887794"/>
            <a:ext cx="4965495" cy="383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950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C5F6-79C6-B178-B3BA-0223E34E7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070" y="914400"/>
            <a:ext cx="10045861" cy="74725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Engagement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A1A1E-76E5-E83D-8FC2-66D51313F2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3687" y="1661652"/>
            <a:ext cx="5382228" cy="4281948"/>
          </a:xfrm>
        </p:spPr>
        <p:txBody>
          <a:bodyPr>
            <a:normAutofit fontScale="92500"/>
          </a:bodyPr>
          <a:lstStyle/>
          <a:p>
            <a:endParaRPr lang="en-IN" sz="2800" b="1" dirty="0"/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session counts highlight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users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in gaming and streaming categories. Clustering segmentation reveals distinct groups: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users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(high engagement, high bandwidth).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Casual users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(moderate engagement).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users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(minimal sessions, low monetization potential).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EAA825A-205E-F11C-D8D8-5FAD7DCE72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5265" y="1828800"/>
            <a:ext cx="4296696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801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A52D3-BF80-2919-ACBB-0030159C6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070" y="914400"/>
            <a:ext cx="10045861" cy="74725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B4B6C-5E6A-0CFC-F9CD-C901F9B830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3069" y="1573161"/>
            <a:ext cx="4718131" cy="41910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and TCP retransmission rates vary across handsets. Apple and Samsung show better performance, while some mid-range devices struggle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optimization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impacting user satisfaction in gaming and streaming.</a:t>
            </a:r>
          </a:p>
          <a:p>
            <a:pPr>
              <a:lnSpc>
                <a:spcPct val="100000"/>
              </a:lnSpc>
            </a:pP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D736036-1A33-381F-BA65-0B8F2EEE99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877" y="1661652"/>
            <a:ext cx="5426053" cy="419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493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5F7DBE9-77A1-5E2E-8E65-F215CCF3D29B}"/>
              </a:ext>
            </a:extLst>
          </p:cNvPr>
          <p:cNvSpPr>
            <a:spLocks noGrp="1" noChangeArrowheads="1"/>
          </p:cNvSpPr>
          <p:nvPr>
            <p:ph sz="half" idx="13"/>
          </p:nvPr>
        </p:nvSpPr>
        <p:spPr bwMode="auto">
          <a:xfrm>
            <a:off x="943897" y="-710587"/>
            <a:ext cx="9714271" cy="8279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pPr algn="ctr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Satisfaction &amp; ML Prediction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6B4E93-B1DE-CD2F-995D-8806B237A99E}"/>
              </a:ext>
            </a:extLst>
          </p:cNvPr>
          <p:cNvSpPr txBox="1"/>
          <p:nvPr/>
        </p:nvSpPr>
        <p:spPr>
          <a:xfrm>
            <a:off x="2807109" y="91163"/>
            <a:ext cx="6577780" cy="646331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algn="ctr"/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D6E209-98B0-78EA-C2DD-9CC6838A6C4F}"/>
              </a:ext>
            </a:extLst>
          </p:cNvPr>
          <p:cNvSpPr txBox="1"/>
          <p:nvPr/>
        </p:nvSpPr>
        <p:spPr>
          <a:xfrm>
            <a:off x="943897" y="1968603"/>
            <a:ext cx="4857135" cy="2397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ML model predicts satisfaction clusters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≈ 0.99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strong accuracy. Top satisfied customers align with premium handset users, while dissatisfaction is linked to poor throughput and high retransmissions.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94F97A-0F6E-4728-4DF3-9D21E4F9C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014" y="1671484"/>
            <a:ext cx="5076525" cy="423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95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C04CC-88C3-6272-6DC0-C57FD8A2A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BAA73E-7373-7B2D-96B3-46BA4FF5305D}"/>
              </a:ext>
            </a:extLst>
          </p:cNvPr>
          <p:cNvSpPr txBox="1"/>
          <p:nvPr/>
        </p:nvSpPr>
        <p:spPr>
          <a:xfrm>
            <a:off x="3048000" y="2554295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📱 Apple leads handset ecosystem.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🎮 Gaming &amp; streaming dominate bandwidth.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📊 High engagement but low monetization.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🤖 ML model shows strong predictive accuracy (R² ≈ 0.99).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926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219"/>
            <a:ext cx="10389243" cy="1424470"/>
          </a:xfrm>
          <a:noFill/>
        </p:spPr>
        <p:txBody>
          <a:bodyPr anchor="ctr">
            <a:no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919509E-F2AB-BDDC-8213-72413F2589D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" y="2332336"/>
            <a:ext cx="4747518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issues during preprocessing.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SQL queries with BI dashboards.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optimization for large-scale deployment.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 in real-time implementation.</a:t>
            </a:r>
          </a:p>
          <a:p>
            <a:pPr lvl="0"/>
            <a:r>
              <a:rPr lang="en-IN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D4E4C9-4CBD-C46E-3890-32CD09C00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327354"/>
            <a:ext cx="7079226" cy="488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9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864" y="341060"/>
            <a:ext cx="5642362" cy="1146680"/>
          </a:xfrm>
          <a:noFill/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3071" y="2061080"/>
            <a:ext cx="5291746" cy="347557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endParaRPr lang="en-IN" b="1" dirty="0"/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SQL and BI tools provides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insights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user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satisfaction. The findings present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case for acquisition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identifying undervalued telecom assets with high ROI potential. This supports investor decision-making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evidence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6D8398-3266-21A9-3175-532EE65CC1C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1700982"/>
            <a:ext cx="4542503" cy="424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246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3375" y="92597"/>
            <a:ext cx="3905250" cy="3032567"/>
          </a:xfrm>
          <a:noFill/>
        </p:spPr>
        <p:txBody>
          <a:bodyPr anchor="b"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558" y="3429000"/>
            <a:ext cx="4164883" cy="2743200"/>
          </a:xfrm>
          <a:noFill/>
        </p:spPr>
        <p:txBody>
          <a:bodyPr anchor="t">
            <a:normAutofit/>
          </a:bodyPr>
          <a:lstStyle/>
          <a:p>
            <a:r>
              <a:rPr lang="en-US" sz="2800" b="1" dirty="0"/>
              <a:t>Chandani </a:t>
            </a:r>
            <a:r>
              <a:rPr lang="en-US" sz="2800" b="1" dirty="0" err="1"/>
              <a:t>Dhimmar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6115671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ustom">
  <a:themeElements>
    <a:clrScheme name="TM10081922">
      <a:dk1>
        <a:srgbClr val="000000"/>
      </a:dk1>
      <a:lt1>
        <a:srgbClr val="FFFFFF"/>
      </a:lt1>
      <a:dk2>
        <a:srgbClr val="435369"/>
      </a:dk2>
      <a:lt2>
        <a:srgbClr val="E7E5E5"/>
      </a:lt2>
      <a:accent1>
        <a:srgbClr val="F2E5D8"/>
      </a:accent1>
      <a:accent2>
        <a:srgbClr val="8C3A27"/>
      </a:accent2>
      <a:accent3>
        <a:srgbClr val="F0C8BC"/>
      </a:accent3>
      <a:accent4>
        <a:srgbClr val="D9A390"/>
      </a:accent4>
      <a:accent5>
        <a:srgbClr val="FFF6F4"/>
      </a:accent5>
      <a:accent6>
        <a:srgbClr val="183F1E"/>
      </a:accent6>
      <a:hlink>
        <a:srgbClr val="467886"/>
      </a:hlink>
      <a:folHlink>
        <a:srgbClr val="96607D"/>
      </a:folHlink>
    </a:clrScheme>
    <a:fontScheme name="Custom 100">
      <a:majorFont>
        <a:latin typeface="Tisa Offc Serif Pro"/>
        <a:ea typeface=""/>
        <a:cs typeface=""/>
      </a:majorFont>
      <a:minorFont>
        <a:latin typeface="Qui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10081922_Win32_SL_V4" id="{CCBED28E-3218-45D8-920F-A2D91CCE8680}" vid="{A1C6549C-A185-4AC8-97B3-DFFFA73555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039DB3-8B03-42C7-A6D5-D581E57F13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A5813F-A12D-4A3C-B9FF-2C89106185D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533540E-348B-4A0C-8D42-DF419EB4AC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657</TotalTime>
  <Words>605</Words>
  <Application>Microsoft Office PowerPoint</Application>
  <PresentationFormat>Widescreen</PresentationFormat>
  <Paragraphs>83</Paragraphs>
  <Slides>15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  <vt:variant>
        <vt:lpstr>Custom Shows</vt:lpstr>
      </vt:variant>
      <vt:variant>
        <vt:i4>1</vt:i4>
      </vt:variant>
    </vt:vector>
  </HeadingPairs>
  <TitlesOfParts>
    <vt:vector size="23" baseType="lpstr">
      <vt:lpstr>Aptos</vt:lpstr>
      <vt:lpstr>Arial</vt:lpstr>
      <vt:lpstr>Calibri</vt:lpstr>
      <vt:lpstr>Quire Sans Pro Light</vt:lpstr>
      <vt:lpstr>Times New Roman</vt:lpstr>
      <vt:lpstr>Tisa Offc Serif Pro</vt:lpstr>
      <vt:lpstr>Custom</vt:lpstr>
      <vt:lpstr>User Analytics in the Telecommunication Industry - Overview</vt:lpstr>
      <vt:lpstr>     </vt:lpstr>
      <vt:lpstr>PowerPoint Presentation</vt:lpstr>
      <vt:lpstr>PowerPoint Presentation</vt:lpstr>
      <vt:lpstr>Scope of the Study</vt:lpstr>
      <vt:lpstr>Dataset Snapshot</vt:lpstr>
      <vt:lpstr>Histogram: End to End Work Flow</vt:lpstr>
      <vt:lpstr>User Overview Analysis</vt:lpstr>
      <vt:lpstr>User Engagement Analysis</vt:lpstr>
      <vt:lpstr>Experience Analytics</vt:lpstr>
      <vt:lpstr>PowerPoint Presentation</vt:lpstr>
      <vt:lpstr>Key Findings</vt:lpstr>
      <vt:lpstr>Challenges</vt:lpstr>
      <vt:lpstr>Conclusion</vt:lpstr>
      <vt:lpstr>Thank you</vt:lpstr>
      <vt:lpstr>Custom Show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Chandani Tandel</dc:creator>
  <cp:lastModifiedBy>Chandani Tandel</cp:lastModifiedBy>
  <cp:revision>47</cp:revision>
  <dcterms:created xsi:type="dcterms:W3CDTF">2023-12-19T18:41:18Z</dcterms:created>
  <dcterms:modified xsi:type="dcterms:W3CDTF">2026-10-01T10:57:55Z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